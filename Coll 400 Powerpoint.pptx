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85F87-CE78-2E85-8E3F-60B54A8C7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70D6D8-FC3D-2A4C-64C1-F9BAFFCC5C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AB921-119F-6CAB-0AC0-49CCBF04C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5C18A-ADD3-4375-A699-9F4488C0E00E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E2DF09-AFCA-A213-FFFA-E46EC6EB9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7B14A-A28F-C595-706E-0AFB336DB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135D0-4141-4185-A76B-8A0D017CF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271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44937-47F5-025A-EC32-8EB38BAE9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F1F67-381D-B201-A4A1-CE6356CF4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C63109-5C8E-6189-7D2B-53F52660C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5C18A-ADD3-4375-A699-9F4488C0E00E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CA06BC-9307-46B8-222B-1396C03E4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9C48B6-F0DE-52C9-DABA-D84E400D3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135D0-4141-4185-A76B-8A0D017CF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093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21D96-1871-60C7-0712-58D95DC15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C6DD13-2038-74C5-57DC-16D8AB2D7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3F3602-1589-FD3F-F0CC-B471781D3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5C18A-ADD3-4375-A699-9F4488C0E00E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9584AE-291D-B33E-F987-59E65C551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372D9-D0A2-45D3-30B6-375258A6E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135D0-4141-4185-A76B-8A0D017CF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752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CE5ED-0F1E-F96E-8EA1-0DFAD1B35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54577-143A-6A6A-D324-245B729D14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E02FB3-FFBF-0F7A-F797-33CED29435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CD6A6C-927B-1C4E-1030-B979CB80B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5C18A-ADD3-4375-A699-9F4488C0E00E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48B9A0-188D-E0F5-D9E7-EDD2753BD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F1F104-A50B-EB1A-9DD7-B9582D9F3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135D0-4141-4185-A76B-8A0D017CF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852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699E2-BDAB-1C5A-A42A-F726E50B8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1BF07-2297-75E4-EB7A-205A1A5721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681C39-05FA-EF84-EE4C-1FC44AA05F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E824C3-8B5A-23C9-76B0-272976876C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2A8B74-9E4E-5E2B-3F63-EBB02F74C7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4AD1F8-544E-1F74-ACBD-DE206B5C7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5C18A-ADD3-4375-A699-9F4488C0E00E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476D4E-CFEF-2905-7D32-D34B13C11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08D1BB-12EA-2AC0-5A55-599FE902C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135D0-4141-4185-A76B-8A0D017CF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83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3B403-3B0F-81E6-7489-7BB7B06CA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6C7A25-5F4A-00FC-29D8-1676148E7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5C18A-ADD3-4375-A699-9F4488C0E00E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9DFBAB-F3BA-4AF3-BD9B-BAA03DE2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F526D8-D80B-981B-052B-44A4DE32F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135D0-4141-4185-A76B-8A0D017CF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759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64EAE9-E6B8-8369-6B14-5A3297514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5C18A-ADD3-4375-A699-9F4488C0E00E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F9583D-4CD8-E9C0-0220-E703B2C8A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9CEB60-3F41-436B-810C-C694D25FC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135D0-4141-4185-A76B-8A0D017CF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210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C6B26-2B50-B59A-64BE-DFE5DEDC1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1099E-C881-DFF8-54B8-AFF818F4A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7CA4B-224C-587D-E449-08DBE44CC3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032002-EDFF-FAA3-DB36-F318A50E9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5C18A-ADD3-4375-A699-9F4488C0E00E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E15184-50E3-7CFB-AAFE-2103B4114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3D7E59-B956-718D-2FC0-FF9C6203C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135D0-4141-4185-A76B-8A0D017CF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53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7EADD-24B5-F4EA-FCD3-79F417568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ABC13B-5994-0E0C-CB6E-279147D32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2F6C55-2AAE-26C1-0BF6-EDE7B08F24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1A2429-F9D3-3E78-7981-401D14ED8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5C18A-ADD3-4375-A699-9F4488C0E00E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0E494-2B06-7490-75CD-D34482995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D05A44-4C88-60C8-3960-9053A9314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135D0-4141-4185-A76B-8A0D017CF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109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5C92D-4368-614C-DBE0-53AA17979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A5BD9A-E858-F76C-4E4E-CB6716BFC3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60A63-CFC5-D965-E3F5-17B1E11A8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5C18A-ADD3-4375-A699-9F4488C0E00E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60DB7-F814-9B38-8ED8-27625E06D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F8D1F-F3EC-B427-E102-E2276DACE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135D0-4141-4185-A76B-8A0D017CF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242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04F384-1C16-B83B-F85A-FE0A1C6C64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BF9137-7275-0F75-24FB-C1FE2D6CEA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DF708-B631-C067-601C-CEF697397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5C18A-ADD3-4375-A699-9F4488C0E00E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C6F86-6C67-32EF-72C3-47AB805C0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F09A6-4407-3FE4-69E8-61AFB05F7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135D0-4141-4185-A76B-8A0D017CF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847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29D442-BAA8-6CC8-33B4-A40A1A47B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33261F-86E2-49E4-66D9-110754A6DE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71CC4-33B5-25F7-929A-0EA959E382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05C18A-ADD3-4375-A699-9F4488C0E00E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43A9B7-0FC1-4F53-EF5A-5CF1303BF4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0FF4BC-CA89-1C4B-B84A-73F73E17A0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2135D0-4141-4185-A76B-8A0D017CF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155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4EDD6-8E4E-F029-E0D1-F62780D007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FE66D0-F371-11E4-D240-DCC241A332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4503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820D1BB45C5B04989BD0658BE0035CA" ma:contentTypeVersion="10" ma:contentTypeDescription="Create a new document." ma:contentTypeScope="" ma:versionID="4875a40d73c7e1f3be6b4ce750fc5242">
  <xsd:schema xmlns:xsd="http://www.w3.org/2001/XMLSchema" xmlns:xs="http://www.w3.org/2001/XMLSchema" xmlns:p="http://schemas.microsoft.com/office/2006/metadata/properties" xmlns:ns3="7bcfb77a-0d04-4d39-a1da-abbc10082cde" targetNamespace="http://schemas.microsoft.com/office/2006/metadata/properties" ma:root="true" ma:fieldsID="a9e1b1a633a511498fbd7ee146ca990a" ns3:_="">
    <xsd:import namespace="7bcfb77a-0d04-4d39-a1da-abbc10082cd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cfb77a-0d04-4d39-a1da-abbc10082c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bcfb77a-0d04-4d39-a1da-abbc10082cde" xsi:nil="true"/>
  </documentManagement>
</p:properties>
</file>

<file path=customXml/itemProps1.xml><?xml version="1.0" encoding="utf-8"?>
<ds:datastoreItem xmlns:ds="http://schemas.openxmlformats.org/officeDocument/2006/customXml" ds:itemID="{F7C6A45B-6243-4DB6-889A-985984A70D7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bcfb77a-0d04-4d39-a1da-abbc10082cd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7A14FE8-55A8-477F-876B-E3C3881BFED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28D1346-E11B-48D7-B6D8-55FA4D26DC39}">
  <ds:schemaRefs>
    <ds:schemaRef ds:uri="http://www.w3.org/XML/1998/namespace"/>
    <ds:schemaRef ds:uri="http://schemas.microsoft.com/office/infopath/2007/PartnerControls"/>
    <ds:schemaRef ds:uri="http://purl.org/dc/elements/1.1/"/>
    <ds:schemaRef ds:uri="http://purl.org/dc/terms/"/>
    <ds:schemaRef ds:uri="7bcfb77a-0d04-4d39-a1da-abbc10082cde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Wright, Conner</dc:creator>
  <cp:lastModifiedBy>Wright, Conner</cp:lastModifiedBy>
  <cp:revision>1</cp:revision>
  <dcterms:created xsi:type="dcterms:W3CDTF">2026-04-26T18:58:39Z</dcterms:created>
  <dcterms:modified xsi:type="dcterms:W3CDTF">2026-04-26T18:58:40Z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0x0101005820D1BB45C5B04989BD0658BE0035CA</vt:lpwstr>
  </property>
</Properties>
</file>